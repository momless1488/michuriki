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7" r:id="rId4"/>
    <p:sldId id="265" r:id="rId5"/>
    <p:sldId id="268" r:id="rId6"/>
    <p:sldId id="269" r:id="rId7"/>
    <p:sldId id="27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2877"/>
    <a:srgbClr val="E6BD91"/>
    <a:srgbClr val="E9BF21"/>
    <a:srgbClr val="C57110"/>
    <a:srgbClr val="FDC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 showGuides="1">
      <p:cViewPr>
        <p:scale>
          <a:sx n="119" d="100"/>
          <a:sy n="119" d="100"/>
        </p:scale>
        <p:origin x="472" y="36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FBACB-9F50-4441-8ED3-B716FC3C3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0027" y="1975371"/>
            <a:ext cx="7683587" cy="1655762"/>
          </a:xfrm>
          <a:noFill/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08AA0-6708-4354-A113-6D77F977D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0027" y="3631133"/>
            <a:ext cx="7683587" cy="1655762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6A399-C931-4A0A-AE5C-DFFF4816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01.07.2026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B0B664-33BA-4E10-9711-E8824D10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C1616C-5913-4F6F-BC7E-042278A5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B8BBF3-8DDC-415E-8A9F-4A821681F77C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8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9A4B2-21C9-443B-A34A-C86938744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244" y="258971"/>
            <a:ext cx="11406354" cy="1325563"/>
          </a:xfrm>
          <a:noFill/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6FF47A-51C3-4D57-AF90-8F3AF244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48" y="1689904"/>
            <a:ext cx="11406353" cy="3912243"/>
          </a:xfrm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01.07.2026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9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16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01.07.2026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9516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72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7D183F3B-3A92-4236-9C76-EA695DC56F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22004" y="1710914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E134F98D-E894-44DB-A17F-CE5EEF13317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422003" y="2401001"/>
            <a:ext cx="7870785" cy="55515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85569958-0FF5-4BFB-BBE8-25A41BF9E8B9}"/>
              </a:ext>
            </a:extLst>
          </p:cNvPr>
          <p:cNvSpPr/>
          <p:nvPr userDrawn="1"/>
        </p:nvSpPr>
        <p:spPr>
          <a:xfrm>
            <a:off x="929116" y="1809081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1FE47FD2-6DAE-46C6-8AE3-1705CAEB57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407214" y="3286189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8EC56F2-0C89-4A53-827A-1312C603D0D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407213" y="3976276"/>
            <a:ext cx="7870785" cy="55515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4DD4FCBF-1484-471E-A8F4-FB57BBD4C643}"/>
              </a:ext>
            </a:extLst>
          </p:cNvPr>
          <p:cNvSpPr/>
          <p:nvPr userDrawn="1"/>
        </p:nvSpPr>
        <p:spPr>
          <a:xfrm>
            <a:off x="929116" y="3384356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5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CFA3BAFF-7DE8-48A4-B2B0-B0085957F76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398854" y="48013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C0E22CB0-862D-49A8-B966-5F34D0022F3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398853" y="5491387"/>
            <a:ext cx="7870785" cy="55515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EAD0C562-F40F-4023-815B-144925507E09}"/>
              </a:ext>
            </a:extLst>
          </p:cNvPr>
          <p:cNvSpPr/>
          <p:nvPr userDrawn="1"/>
        </p:nvSpPr>
        <p:spPr>
          <a:xfrm>
            <a:off x="929116" y="4959631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2"/>
              </a:solidFill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AC605246-993D-4DC1-BFC8-EC984429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47" y="75539"/>
            <a:ext cx="11406354" cy="1325563"/>
          </a:xfrm>
          <a:noFill/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76389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994AA-8E37-49B9-B7FD-70C9EDB5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9D3217-5679-4BD5-9137-936BBEF04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41DAA-6DAD-4AF1-92A7-80EA5983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F71DA9-CB59-43B2-BC65-168CA6D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9DDAF3-236F-45E6-8A32-CAB15B0A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70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B75CB-2D4D-4ACD-8C8D-4C2BAD7A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C3ABA4-A807-4474-9B99-B3F303563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74E14E-F711-4893-A702-1E439BB60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B79428-64FD-4048-868A-AF62FE78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435336-5740-41F7-8C21-58393F7E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7A9915-F2A9-4940-AD5E-18633F23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47F47-3388-4C54-86ED-1F5AC9D5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B5753-50F0-4209-B123-25FADDB51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1554F4-56DF-4692-B17F-B6D705D23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58255A-938B-4F58-BD82-7E759AF99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D02AF3-9A33-42E0-932E-996CE9841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9055FB-1844-4EFC-AC3D-D0C069AC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DFBD12-6B72-40B5-B7A4-8BC668BF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826D7F-C774-4B3E-99F7-4A3F9D1C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6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5C167-DA4C-4DE7-8E6D-1438E673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2AE09E-C067-4546-AABC-AF31901D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C63C74-25D6-413A-BF81-1BAC312C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F3BE6B-3F7C-44CA-89A7-39FB44B5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36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83ACF7-0141-4CD0-9C08-29BFD52A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707B24-6D1E-4250-9F7C-B50DC6C2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281886-4B75-4555-843A-A14D2820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26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95817-5E1D-4B28-9BB8-1CAFD747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FD6170-D32F-4D5E-A219-CE4EBE45F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CA122-ADD3-4BC3-94B6-FEFC10D36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68CA4-CE35-4686-88C8-3BF6B0A0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DCE16E-2FA2-448D-8001-A9876F2F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D05DFA-02F3-40C2-9B8E-C5302CCB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7D842-145D-49C7-ADFC-42DF1DFF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B3922E-7741-4059-A65F-490977F4A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61D1DD-C329-4C28-A753-5AFEBACE8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647DB-F800-4A7B-BA76-B05E52D8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56E5D4-6B17-4DAF-B284-FD912646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BD4B6B-30B6-4D67-8DD1-6CF5FC1A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7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C92BF-2752-4004-8342-065C4B60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F91964-3980-49C8-B3A8-283781FC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4790CE-5C53-47FC-8413-F89AF175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9849BC-BAD9-4C0D-A675-70D978BF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665C67-270E-4DBC-8E4C-B0ED31CC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74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325CD4-7AAE-4D3B-B241-E41035B25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82F875-B04A-4E1A-8512-8C8F94B2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D487A-1FC2-44CE-9930-7C7DED14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2E820-E78E-4484-B653-D69D1C9C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CA4D89-658F-4150-961E-B5A3F705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01465-D77B-4859-93D3-B80CB67F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FBDCF8-67DD-4258-A5FF-10C5CC11E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82C6C-6CC4-4A72-A1A8-ED44642F4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37880-2EBA-47EC-9021-3B75E1707F8E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087DCD-1CDE-49BB-AA51-F818D3611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ED8D0A-4ACE-4D47-88F3-AD2E99ACE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  <a:extLst>
              <a:ext uri="{FF2B5EF4-FFF2-40B4-BE49-F238E27FC236}">
                <a16:creationId xmlns:a16="http://schemas.microsoft.com/office/drawing/2014/main" id="{D3913BE6-3DBC-4A10-9146-D759F3AFA3C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16054F-29B0-4A14-91DF-2DFA564505B0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4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9727D-B158-40CE-A1E3-961ADD9329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Агрегатор </a:t>
            </a:r>
            <a:r>
              <a:rPr lang="en-US" dirty="0"/>
              <a:t>IT-</a:t>
            </a:r>
            <a:r>
              <a:rPr lang="ru-RU" dirty="0"/>
              <a:t>вакансий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BC206C-05FE-4771-B1BE-F8ADCB4B0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837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22" y="658364"/>
            <a:ext cx="11406354" cy="1325563"/>
          </a:xfrm>
        </p:spPr>
        <p:txBody>
          <a:bodyPr/>
          <a:lstStyle/>
          <a:p>
            <a:r>
              <a:rPr lang="ru-RU" dirty="0">
                <a:effectLst/>
                <a:latin typeface="Helvetica Neue" panose="02000503000000020004" pitchFamily="2" charset="0"/>
              </a:rPr>
              <a:t>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7BF8CF-92D0-4336-9F80-A47053D85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823" y="2082582"/>
            <a:ext cx="11406353" cy="39122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>
                <a:effectLst/>
                <a:latin typeface="Helvetica Neue" panose="02000503000000020004" pitchFamily="2" charset="0"/>
              </a:rPr>
              <a:t>Разработать программу на </a:t>
            </a:r>
            <a:r>
              <a:rPr lang="en" sz="3200" dirty="0">
                <a:effectLst/>
                <a:latin typeface="Helvetica Neue" panose="02000503000000020004" pitchFamily="2" charset="0"/>
              </a:rPr>
              <a:t>Python, </a:t>
            </a:r>
            <a:r>
              <a:rPr lang="ru-RU" sz="3200" dirty="0">
                <a:effectLst/>
                <a:latin typeface="Helvetica Neue" panose="02000503000000020004" pitchFamily="2" charset="0"/>
              </a:rPr>
              <a:t>которая автоматически собирает </a:t>
            </a:r>
            <a:r>
              <a:rPr lang="en" sz="3200" dirty="0">
                <a:effectLst/>
                <a:latin typeface="Helvetica Neue" panose="02000503000000020004" pitchFamily="2" charset="0"/>
              </a:rPr>
              <a:t>IT-</a:t>
            </a:r>
            <a:r>
              <a:rPr lang="ru-RU" sz="3200" dirty="0">
                <a:effectLst/>
                <a:latin typeface="Helvetica Neue" panose="02000503000000020004" pitchFamily="2" charset="0"/>
              </a:rPr>
              <a:t>вакансии Уфы с сайтов компаний, сохраняет их в файл и выводит на </a:t>
            </a:r>
            <a:r>
              <a:rPr lang="en" sz="3200" dirty="0">
                <a:effectLst/>
                <a:latin typeface="Helvetica Neue" panose="02000503000000020004" pitchFamily="2" charset="0"/>
              </a:rPr>
              <a:t>HTML-</a:t>
            </a:r>
            <a:r>
              <a:rPr lang="ru-RU" sz="3200" dirty="0">
                <a:effectLst/>
                <a:latin typeface="Helvetica Neue" panose="02000503000000020004" pitchFamily="2" charset="0"/>
              </a:rPr>
              <a:t>страницу с возможностью фильтрации</a:t>
            </a:r>
          </a:p>
          <a:p>
            <a:pPr marL="0" indent="0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99906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09" y="780586"/>
            <a:ext cx="11406354" cy="1325563"/>
          </a:xfrm>
        </p:spPr>
        <p:txBody>
          <a:bodyPr>
            <a:normAutofit/>
          </a:bodyPr>
          <a:lstStyle/>
          <a:p>
            <a:r>
              <a:rPr lang="ru-RU" sz="3600" dirty="0"/>
              <a:t>Создание общей папки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6FBCBB-7CD9-AC10-73F9-CA04254E6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163" y="2106149"/>
            <a:ext cx="8081673" cy="347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323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90CD5AE-C67F-AD72-3CC4-896B8F4969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791"/>
          <a:stretch/>
        </p:blipFill>
        <p:spPr>
          <a:xfrm>
            <a:off x="2031664" y="1608834"/>
            <a:ext cx="8128672" cy="3640331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E9918D7E-0083-8A37-743E-31A76BF5FE6A}"/>
              </a:ext>
            </a:extLst>
          </p:cNvPr>
          <p:cNvSpPr txBox="1">
            <a:spLocks/>
          </p:cNvSpPr>
          <p:nvPr/>
        </p:nvSpPr>
        <p:spPr>
          <a:xfrm>
            <a:off x="560493" y="504975"/>
            <a:ext cx="11406354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Запуск через командную строку</a:t>
            </a:r>
          </a:p>
        </p:txBody>
      </p:sp>
    </p:spTree>
    <p:extLst>
      <p:ext uri="{BB962C8B-B14F-4D97-AF65-F5344CB8AC3E}">
        <p14:creationId xmlns:p14="http://schemas.microsoft.com/office/powerpoint/2010/main" val="111939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E9918D7E-0083-8A37-743E-31A76BF5FE6A}"/>
              </a:ext>
            </a:extLst>
          </p:cNvPr>
          <p:cNvSpPr txBox="1">
            <a:spLocks/>
          </p:cNvSpPr>
          <p:nvPr/>
        </p:nvSpPr>
        <p:spPr>
          <a:xfrm>
            <a:off x="560493" y="504975"/>
            <a:ext cx="11406354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Установка окружения</a:t>
            </a:r>
          </a:p>
        </p:txBody>
      </p:sp>
    </p:spTree>
    <p:extLst>
      <p:ext uri="{BB962C8B-B14F-4D97-AF65-F5344CB8AC3E}">
        <p14:creationId xmlns:p14="http://schemas.microsoft.com/office/powerpoint/2010/main" val="3571585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E9918D7E-0083-8A37-743E-31A76BF5FE6A}"/>
              </a:ext>
            </a:extLst>
          </p:cNvPr>
          <p:cNvSpPr txBox="1">
            <a:spLocks/>
          </p:cNvSpPr>
          <p:nvPr/>
        </p:nvSpPr>
        <p:spPr>
          <a:xfrm>
            <a:off x="571251" y="504975"/>
            <a:ext cx="11406354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Запуск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3643228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E9918D7E-0083-8A37-743E-31A76BF5FE6A}"/>
              </a:ext>
            </a:extLst>
          </p:cNvPr>
          <p:cNvSpPr txBox="1">
            <a:spLocks/>
          </p:cNvSpPr>
          <p:nvPr/>
        </p:nvSpPr>
        <p:spPr>
          <a:xfrm>
            <a:off x="571251" y="504975"/>
            <a:ext cx="11406354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Сайт с вакансиями</a:t>
            </a:r>
          </a:p>
        </p:txBody>
      </p:sp>
    </p:spTree>
    <p:extLst>
      <p:ext uri="{BB962C8B-B14F-4D97-AF65-F5344CB8AC3E}">
        <p14:creationId xmlns:p14="http://schemas.microsoft.com/office/powerpoint/2010/main" val="3721232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46</Words>
  <Application>Microsoft Macintosh PowerPoint</Application>
  <PresentationFormat>Широкоэкранный</PresentationFormat>
  <Paragraphs>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 Neue</vt:lpstr>
      <vt:lpstr>Тема Office</vt:lpstr>
      <vt:lpstr>Агрегатор IT-вакансий</vt:lpstr>
      <vt:lpstr>ЦЕЛЬ ПРОЕКТА</vt:lpstr>
      <vt:lpstr>Создание общей папки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Синие точки - шаблон презентации с сайта presentation-creation.ru</dc:title>
  <dc:creator>User Obstinate</dc:creator>
  <cp:lastModifiedBy>Microsoft Office User</cp:lastModifiedBy>
  <cp:revision>31</cp:revision>
  <dcterms:created xsi:type="dcterms:W3CDTF">2025-04-04T15:20:50Z</dcterms:created>
  <dcterms:modified xsi:type="dcterms:W3CDTF">2026-07-01T04:58:07Z</dcterms:modified>
</cp:coreProperties>
</file>