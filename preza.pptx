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jpeg" ContentType="image/jpeg"/>
  <Override PartName="/ppt/media/image4.png" ContentType="image/png"/>
  <Override PartName="/ppt/media/image5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presentation-creation.ru/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presentation-creation.ru/" TargetMode="External"/><Relationship Id="rId6" Type="http://schemas.openxmlformats.org/officeDocument/2006/relationships/hyperlink" Target="https://presentation-creation.ru/" TargetMode="Externa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presentation-creation.ru/" TargetMode="Externa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presentation-creation.ru/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presentation-creation.ru/" TargetMode="Externa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hyperlink" Target="https://presentation-creation.ru/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presentation-creation.ru/" TargetMode="External"/><Relationship Id="rId6" Type="http://schemas.openxmlformats.org/officeDocument/2006/relationships/hyperlink" Target="https://presentation-creation.ru/" TargetMode="Externa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hyperlink" Target="https://presentation-creation.ru/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presentation-creation.ru/" TargetMode="External"/><Relationship Id="rId6" Type="http://schemas.openxmlformats.org/officeDocument/2006/relationships/hyperlink" Target="https://presentation-creation.ru/" TargetMode="Externa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presentation-creation.ru/" TargetMode="Externa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presentation-creation.ru/" TargetMode="Externa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presentation-creation.ru/" TargetMode="Externa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presentation-creation.ru/" TargetMode="Externa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presentation-creation.ru/" TargetMode="Externa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presentation-creation.ru/" TargetMode="Externa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Рисунок 6" descr="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5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580120" y="1975320"/>
            <a:ext cx="768312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2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1D5EBF-5862-4276-9E9B-63549E22E4D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Прямоугольник 6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6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6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4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7A8B1A-6C9C-4834-9D07-FB7A5E92177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6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4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341482-F8EF-432F-A1C3-63E9DD39D04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6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4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33591C-A6AC-42EE-96FA-C4A2B57C6AA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6" descr="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5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97160" y="258840"/>
            <a:ext cx="11405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trike="noStrike" u="none">
                <a:solidFill>
                  <a:schemeClr val="dk2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04640" y="1689840"/>
            <a:ext cx="11405880" cy="391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7406d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7406d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7406d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7406d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7406d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5F48BD-2F68-4421-B734-3D69149318A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Прямоугольник 6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6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Заголовок и объект">
    <p:bg>
      <p:bgPr>
        <a:blipFill rotWithShape="0">
          <a:blip r:embed="rId2"/>
          <a:stretch>
            <a:fillRect t="-1000" b="-1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Рисунок 6" descr="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5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dt" idx="16"/>
          </p:nvPr>
        </p:nvSpPr>
        <p:spPr>
          <a:xfrm>
            <a:off x="92916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17"/>
          </p:nvPr>
        </p:nvSpPr>
        <p:spPr>
          <a:xfrm>
            <a:off x="412956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18"/>
          </p:nvPr>
        </p:nvSpPr>
        <p:spPr>
          <a:xfrm>
            <a:off x="918972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E8A6F0-F228-4349-822B-0C7A3D0DC63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Прямоугольник 6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chemeClr val="dk1"/>
                </a:solidFill>
                <a:effectLst/>
                <a:uFillTx/>
                <a:latin typeface="Calibri"/>
                <a:hlinkClick r:id="rId6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1422000" y="1711080"/>
            <a:ext cx="7870320" cy="55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Заголовок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1422000" y="2400840"/>
            <a:ext cx="7870320" cy="5547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Описание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Полилиния: фигура 9"/>
          <p:cNvSpPr/>
          <p:nvPr/>
        </p:nvSpPr>
        <p:spPr>
          <a:xfrm>
            <a:off x="929160" y="1809000"/>
            <a:ext cx="358560" cy="358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58560"/>
              <a:gd name="textAreaBottom" fmla="*/ 358920 h 358560"/>
              <a:gd name="GluePoint1X" fmla="*/ 1267460 w 2534920"/>
              <a:gd name="GluePoint1Y" fmla="*/ 416560 h 2534920"/>
              <a:gd name="GluePoint2X" fmla="*/ 416560 w 2534920"/>
              <a:gd name="GluePoint2Y" fmla="*/ 1267460 h 2534920"/>
              <a:gd name="GluePoint3X" fmla="*/ 1267460 w 2534920"/>
              <a:gd name="GluePoint3Y" fmla="*/ 2118360 h 2534920"/>
              <a:gd name="GluePoint4X" fmla="*/ 2118360 w 2534920"/>
              <a:gd name="GluePoint4Y" fmla="*/ 1267460 h 2534920"/>
              <a:gd name="GluePoint5X" fmla="*/ 1267460 w 2534920"/>
              <a:gd name="GluePoint5Y" fmla="*/ 416560 h 2534920"/>
              <a:gd name="GluePoint6X" fmla="*/ 1267460 w 2534920"/>
              <a:gd name="GluePoint6Y" fmla="*/ 0 h 2534920"/>
              <a:gd name="GluePoint7X" fmla="*/ 2534920 w 2534920"/>
              <a:gd name="GluePoint7Y" fmla="*/ 1267460 h 2534920"/>
              <a:gd name="GluePoint8X" fmla="*/ 1267460 w 2534920"/>
              <a:gd name="GluePoint8Y" fmla="*/ 2534920 h 2534920"/>
              <a:gd name="GluePoint9X" fmla="*/ 0 w 2534920"/>
              <a:gd name="GluePoint9Y" fmla="*/ 1267460 h 2534920"/>
              <a:gd name="GluePoint10X" fmla="*/ 1267460 w 2534920"/>
              <a:gd name="GluePoint10Y" fmla="*/ 0 h 25349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accent6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body"/>
          </p:nvPr>
        </p:nvSpPr>
        <p:spPr>
          <a:xfrm>
            <a:off x="1407240" y="3286080"/>
            <a:ext cx="7870320" cy="55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Заголовок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body"/>
          </p:nvPr>
        </p:nvSpPr>
        <p:spPr>
          <a:xfrm>
            <a:off x="1407240" y="3976200"/>
            <a:ext cx="7870320" cy="5547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Описание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Полилиния: фигура 12"/>
          <p:cNvSpPr/>
          <p:nvPr/>
        </p:nvSpPr>
        <p:spPr>
          <a:xfrm>
            <a:off x="929160" y="3384360"/>
            <a:ext cx="358560" cy="358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58560"/>
              <a:gd name="textAreaBottom" fmla="*/ 358920 h 358560"/>
              <a:gd name="GluePoint1X" fmla="*/ 1267460 w 2534920"/>
              <a:gd name="GluePoint1Y" fmla="*/ 416560 h 2534920"/>
              <a:gd name="GluePoint2X" fmla="*/ 416560 w 2534920"/>
              <a:gd name="GluePoint2Y" fmla="*/ 1267460 h 2534920"/>
              <a:gd name="GluePoint3X" fmla="*/ 1267460 w 2534920"/>
              <a:gd name="GluePoint3Y" fmla="*/ 2118360 h 2534920"/>
              <a:gd name="GluePoint4X" fmla="*/ 2118360 w 2534920"/>
              <a:gd name="GluePoint4Y" fmla="*/ 1267460 h 2534920"/>
              <a:gd name="GluePoint5X" fmla="*/ 1267460 w 2534920"/>
              <a:gd name="GluePoint5Y" fmla="*/ 416560 h 2534920"/>
              <a:gd name="GluePoint6X" fmla="*/ 1267460 w 2534920"/>
              <a:gd name="GluePoint6Y" fmla="*/ 0 h 2534920"/>
              <a:gd name="GluePoint7X" fmla="*/ 2534920 w 2534920"/>
              <a:gd name="GluePoint7Y" fmla="*/ 1267460 h 2534920"/>
              <a:gd name="GluePoint8X" fmla="*/ 1267460 w 2534920"/>
              <a:gd name="GluePoint8Y" fmla="*/ 2534920 h 2534920"/>
              <a:gd name="GluePoint9X" fmla="*/ 0 w 2534920"/>
              <a:gd name="GluePoint9Y" fmla="*/ 1267460 h 2534920"/>
              <a:gd name="GluePoint10X" fmla="*/ 1267460 w 2534920"/>
              <a:gd name="GluePoint10Y" fmla="*/ 0 h 25349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accent5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8"/>
          <p:cNvSpPr>
            <a:spLocks noGrp="1"/>
          </p:cNvSpPr>
          <p:nvPr>
            <p:ph type="body"/>
          </p:nvPr>
        </p:nvSpPr>
        <p:spPr>
          <a:xfrm>
            <a:off x="1398960" y="4801320"/>
            <a:ext cx="7870320" cy="55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Заголовок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9"/>
          <p:cNvSpPr>
            <a:spLocks noGrp="1"/>
          </p:cNvSpPr>
          <p:nvPr>
            <p:ph type="body"/>
          </p:nvPr>
        </p:nvSpPr>
        <p:spPr>
          <a:xfrm>
            <a:off x="1398960" y="5491440"/>
            <a:ext cx="7870320" cy="5547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Описание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Полилиния: фигура 15"/>
          <p:cNvSpPr/>
          <p:nvPr/>
        </p:nvSpPr>
        <p:spPr>
          <a:xfrm>
            <a:off x="929160" y="4959720"/>
            <a:ext cx="358560" cy="358560"/>
          </a:xfrm>
          <a:custGeom>
            <a:avLst/>
            <a:gdLst>
              <a:gd name="textAreaLeft" fmla="*/ 0 w 358560"/>
              <a:gd name="textAreaRight" fmla="*/ 358920 w 358560"/>
              <a:gd name="textAreaTop" fmla="*/ 0 h 358560"/>
              <a:gd name="textAreaBottom" fmla="*/ 358920 h 358560"/>
              <a:gd name="GluePoint1X" fmla="*/ 1267460 w 2534920"/>
              <a:gd name="GluePoint1Y" fmla="*/ 416560 h 2534920"/>
              <a:gd name="GluePoint2X" fmla="*/ 416560 w 2534920"/>
              <a:gd name="GluePoint2Y" fmla="*/ 1267460 h 2534920"/>
              <a:gd name="GluePoint3X" fmla="*/ 1267460 w 2534920"/>
              <a:gd name="GluePoint3Y" fmla="*/ 2118360 h 2534920"/>
              <a:gd name="GluePoint4X" fmla="*/ 2118360 w 2534920"/>
              <a:gd name="GluePoint4Y" fmla="*/ 1267460 h 2534920"/>
              <a:gd name="GluePoint5X" fmla="*/ 1267460 w 2534920"/>
              <a:gd name="GluePoint5Y" fmla="*/ 416560 h 2534920"/>
              <a:gd name="GluePoint6X" fmla="*/ 1267460 w 2534920"/>
              <a:gd name="GluePoint6Y" fmla="*/ 0 h 2534920"/>
              <a:gd name="GluePoint7X" fmla="*/ 2534920 w 2534920"/>
              <a:gd name="GluePoint7Y" fmla="*/ 1267460 h 2534920"/>
              <a:gd name="GluePoint8X" fmla="*/ 1267460 w 2534920"/>
              <a:gd name="GluePoint8Y" fmla="*/ 2534920 h 2534920"/>
              <a:gd name="GluePoint9X" fmla="*/ 0 w 2534920"/>
              <a:gd name="GluePoint9Y" fmla="*/ 1267460 h 2534920"/>
              <a:gd name="GluePoint10X" fmla="*/ 1267460 w 2534920"/>
              <a:gd name="GluePoint10Y" fmla="*/ 0 h 25349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accent2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10"/>
          <p:cNvSpPr>
            <a:spLocks noGrp="1"/>
          </p:cNvSpPr>
          <p:nvPr>
            <p:ph type="title"/>
          </p:nvPr>
        </p:nvSpPr>
        <p:spPr>
          <a:xfrm>
            <a:off x="404640" y="75600"/>
            <a:ext cx="11405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trike="noStrike" u="none">
                <a:solidFill>
                  <a:schemeClr val="dk2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Рисунок 6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4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2ABD99-D13B-472D-85AA-2BDA7F47E705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Рисунок 6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4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AC0214-5047-44B8-971A-89B04930DC7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Рисунок 6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4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144ECC-278F-4D49-8DB6-5CF588B688A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Рисунок 6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4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E2F6BF-43DE-4FA7-8B43-90EE10FFBAF7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Рисунок 6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4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DCB920-0BB5-4453-BD7D-A8BDB6DBF3E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Рисунок 6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-4758480" y="-1519920"/>
            <a:ext cx="757440" cy="75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Прямоугольник 7"/>
          <p:cNvSpPr/>
          <p:nvPr/>
        </p:nvSpPr>
        <p:spPr>
          <a:xfrm rot="16200000">
            <a:off x="13646880" y="1690920"/>
            <a:ext cx="2482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sng">
                <a:solidFill>
                  <a:srgbClr val="e6e6e6"/>
                </a:solidFill>
                <a:effectLst/>
                <a:uFillTx/>
                <a:latin typeface="Calibri"/>
                <a:hlinkClick r:id="rId4"/>
              </a:rPr>
              <a:t>presentation-creation.ru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4F688E-1ECB-4041-86ED-357EF001247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580120" y="1975320"/>
            <a:ext cx="768312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2"/>
                </a:solidFill>
                <a:effectLst/>
                <a:uFillTx/>
                <a:latin typeface="Calibri Light"/>
              </a:rPr>
              <a:t>Агрегатор </a:t>
            </a:r>
            <a:r>
              <a:rPr b="0" lang="en-US" sz="6000" strike="noStrike" u="none">
                <a:solidFill>
                  <a:schemeClr val="dk2"/>
                </a:solidFill>
                <a:effectLst/>
                <a:uFillTx/>
                <a:latin typeface="Calibri Light"/>
              </a:rPr>
              <a:t>IT-</a:t>
            </a:r>
            <a:r>
              <a:rPr b="0" lang="ru-RU" sz="6000" strike="noStrike" u="none">
                <a:solidFill>
                  <a:schemeClr val="dk2"/>
                </a:solidFill>
                <a:effectLst/>
                <a:uFillTx/>
                <a:latin typeface="Calibri Light"/>
              </a:rPr>
              <a:t>вакансий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2580120" y="3630960"/>
            <a:ext cx="768312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trike="noStrike" u="none">
              <a:solidFill>
                <a:schemeClr val="dk2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92760" y="658440"/>
            <a:ext cx="11405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trike="noStrike" u="none">
                <a:solidFill>
                  <a:schemeClr val="dk2"/>
                </a:solidFill>
                <a:effectLst/>
                <a:uFillTx/>
                <a:latin typeface="Helvetica Neue"/>
              </a:rPr>
              <a:t>ЦЕЛЬ ПРОЕКТА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392760" y="2082600"/>
            <a:ext cx="11405880" cy="391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Helvetica Neue"/>
              </a:rPr>
              <a:t>Разработать программу на </a:t>
            </a:r>
            <a:r>
              <a:rPr b="0" lang="en" sz="3200" strike="noStrike" u="none">
                <a:solidFill>
                  <a:schemeClr val="dk2"/>
                </a:solidFill>
                <a:effectLst/>
                <a:uFillTx/>
                <a:latin typeface="Helvetica Neue"/>
              </a:rPr>
              <a:t>Python, </a:t>
            </a: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Helvetica Neue"/>
              </a:rPr>
              <a:t>которая автоматически собирает </a:t>
            </a:r>
            <a:r>
              <a:rPr b="0" lang="en" sz="3200" strike="noStrike" u="none">
                <a:solidFill>
                  <a:schemeClr val="dk2"/>
                </a:solidFill>
                <a:effectLst/>
                <a:uFillTx/>
                <a:latin typeface="Helvetica Neue"/>
              </a:rPr>
              <a:t>IT-</a:t>
            </a: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Helvetica Neue"/>
              </a:rPr>
              <a:t>вакансии Уфы с сайтов компаний, сохраняет их в файл и выводит на </a:t>
            </a:r>
            <a:r>
              <a:rPr b="0" lang="en" sz="3200" strike="noStrike" u="none">
                <a:solidFill>
                  <a:schemeClr val="dk2"/>
                </a:solidFill>
                <a:effectLst/>
                <a:uFillTx/>
                <a:latin typeface="Helvetica Neue"/>
              </a:rPr>
              <a:t>HTML-</a:t>
            </a:r>
            <a:r>
              <a:rPr b="0" lang="ru-RU" sz="3200" strike="noStrike" u="none">
                <a:solidFill>
                  <a:schemeClr val="dk2"/>
                </a:solidFill>
                <a:effectLst/>
                <a:uFillTx/>
                <a:latin typeface="Helvetica Neue"/>
              </a:rPr>
              <a:t>страницу с возможностью фильтрации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82120" y="780480"/>
            <a:ext cx="114058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3600" strike="noStrike" u="none">
                <a:solidFill>
                  <a:schemeClr val="dk2"/>
                </a:solidFill>
                <a:effectLst/>
                <a:uFillTx/>
                <a:latin typeface="Calibri Light"/>
              </a:rPr>
              <a:t>Создание общей папки</a:t>
            </a:r>
            <a:endParaRPr b="0" lang="ru-RU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Рисунок 3" descr=""/>
          <p:cNvPicPr/>
          <p:nvPr/>
        </p:nvPicPr>
        <p:blipFill>
          <a:blip r:embed="rId1"/>
          <a:stretch/>
        </p:blipFill>
        <p:spPr>
          <a:xfrm>
            <a:off x="2055240" y="2106000"/>
            <a:ext cx="8081280" cy="347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Рисунок 6" descr=""/>
          <p:cNvPicPr/>
          <p:nvPr/>
        </p:nvPicPr>
        <p:blipFill>
          <a:blip r:embed="rId1"/>
          <a:srcRect l="0" t="0" r="0" b="22794"/>
          <a:stretch/>
        </p:blipFill>
        <p:spPr>
          <a:xfrm>
            <a:off x="2031840" y="1608840"/>
            <a:ext cx="8128440" cy="363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Заголовок 1"/>
          <p:cNvSpPr/>
          <p:nvPr/>
        </p:nvSpPr>
        <p:spPr>
          <a:xfrm>
            <a:off x="560520" y="505080"/>
            <a:ext cx="114058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ru-RU" sz="3600" strike="noStrike" u="none">
                <a:solidFill>
                  <a:schemeClr val="dk2"/>
                </a:solidFill>
                <a:effectLst/>
                <a:uFillTx/>
                <a:latin typeface="Calibri Light"/>
              </a:rPr>
              <a:t>Запуск через командную строку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Заголовок 1"/>
          <p:cNvSpPr/>
          <p:nvPr/>
        </p:nvSpPr>
        <p:spPr>
          <a:xfrm>
            <a:off x="560520" y="505080"/>
            <a:ext cx="114058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ru-RU" sz="3600" strike="noStrike" u="none">
                <a:solidFill>
                  <a:schemeClr val="dk2"/>
                </a:solidFill>
                <a:effectLst/>
                <a:uFillTx/>
                <a:latin typeface="Calibri Light"/>
              </a:rPr>
              <a:t>Установка окружения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2286000" y="1371600"/>
            <a:ext cx="7315200" cy="432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1"/>
          <p:cNvSpPr/>
          <p:nvPr/>
        </p:nvSpPr>
        <p:spPr>
          <a:xfrm>
            <a:off x="571320" y="505080"/>
            <a:ext cx="114058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ru-RU" sz="3600" strike="noStrike" u="none">
                <a:solidFill>
                  <a:schemeClr val="dk2"/>
                </a:solidFill>
                <a:effectLst/>
                <a:uFillTx/>
                <a:latin typeface="Calibri Light"/>
              </a:rPr>
              <a:t>Запуск программы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2286000" y="1600200"/>
            <a:ext cx="7212960" cy="434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Заголовок 1"/>
          <p:cNvSpPr/>
          <p:nvPr/>
        </p:nvSpPr>
        <p:spPr>
          <a:xfrm>
            <a:off x="571320" y="505080"/>
            <a:ext cx="1140588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ru-RU" sz="3600" strike="noStrike" u="none">
                <a:solidFill>
                  <a:schemeClr val="dk2"/>
                </a:solidFill>
                <a:effectLst/>
                <a:uFillTx/>
                <a:latin typeface="Calibri Light"/>
              </a:rPr>
              <a:t>Сайт с вакансиями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1371600" y="1571760"/>
            <a:ext cx="8991000" cy="50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иний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</TotalTime>
  <Application>LibreOffice/25.2.6.2$Linux_X86_64 LibreOffice_project/40d1a0e1d5bdf1afaeae24d9ece32bbb00fa66a4</Application>
  <AppVersion>15.0000</AppVersion>
  <Words>46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2025-04-04T15:20:50Z</dcterms:created>
  <dc:creator>User Obstinate</dc:creator>
  <dc:description/>
  <dc:language>en-US</dc:language>
  <cp:lastModifiedBy/>
  <dcterms:modified xsi:type="dcterms:W3CDTF">2026-07-01T11:54:41Z</dcterms:modified>
  <cp:revision>32</cp:revision>
  <dc:subject/>
  <dc:title>Синие точки - шаблон презентации с сайта presentation-creation.ru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7</vt:i4>
  </property>
</Properties>
</file>